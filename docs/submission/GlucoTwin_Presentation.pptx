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GlucoTwin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3C5FD"/>
                </a:solidFill>
              </a:rPr>
              <a:t>Predictive Metabolic Digital Twin for Hypoglycemia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Ronak Jain · Aishni Rathore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Jaypee Institute of Information Technology, Noida-62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CRP Digital Twin Challenge 2026 · Happiest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  •  Hypoglycemia (≤ 70 mg/dL) is the most critical acute hazard for Type 1 Diabetes patients
  •  Risk is highest during sleep — when symptom perception is absent
  •  Current CGM threshold alerts: 29.21 raw false alarms/day causing severe alert fatigue
  •  Static alarms ignore physiological context: IOB, COB, circadian vulnerability
  •  No counterfactual simulation: cannot ask 'what if the patient takes 15g carbs?'
  •  No continuous patient memory: every moment evaluated in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Healthcare Use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  •  Target Users: Type 1 Diabetes patients on CSII/MDI insulin therapy with CGM sensors
  •  Clinical Setting: Nocturnal hypoglycemia prevention and early-warning decision support
  •  Clinician Decision Support: Calibrated 60-min risk alerts before threshold crossing
  •  Patient Empowerment: Interactive What-If simulator for rescue carb intervention planning
  •  Hospital/Clinic Use: Multi-patient dashboard with per-patient personalized twin states
  •  Regulatory Scope: Research prototype — clinician decision support only (not FDA-cleared)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Technical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5943600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005840"/>
            <a:ext cx="6245352" cy="58521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</a:rPr>
              <a:t>ML &amp;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972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</a:rPr>
              <a:t>Frontend &amp;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•  Python 3.10/3.11
  •  LightGBM + RandomForest ensemble
  •  SHAP (explainability)
  •  Scikit-learn (isotonic calibration)
  •  NumPy / Pandas / SciPy
  •  Joblib (model serialization)
  •  pytest (38 tests, CI verified)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0020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•  Streamlit (clinical dashboard)
  •  Plotly (interactive charts)
  •  GitHub Actions CI/CD
  •  Python 3.10 + 3.11 CI matrix
  •  edge-tts / moviepy (demo video)
  •  python-pptx / reportlab (docs)
  •  Dataset: HUPA-UCM (Mendeley DOI)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AI/ML Model &amp; Framework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  •  Primary Model: LightGBM 60-min hypoglycemia classifier (50 features)
  •  Validation: Leave-One-Patient-Out (LOPO) on 24 patients — ROC-AUC 0.970 ± 0.027
  •  Calibration: Isotonic regression — Brier score 0.069 → 0.039 (−43.5%), ECE −94.5%
  •  Explainability: SHAP TreeExplainer — real-time top-K risk factor attribution
  •  Trajectory: Damped-velocity ODE (k=0.015 min⁻¹) — TTT MAE 32.55 min over 11,471 pairs
  •  Alert FSM: Hysteresis state machine — 4.39 episodes/day vs 29.21 raw point alarms
  •  OOD Detection: Mahalanobis distance + CGM continuity → twin_confidence 0.0–1.0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5 Core Digital Twin Differentiators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  •  ① Continuous Patient Memory — persistent episode log with strict backward temporal guards
  •  ② Trajectory Modeling with Validated Uncertainty — damped ODE + empirical MAE tiers
  •  ③ Counterfactual What-If Simulation — in-silico rescue carb &amp; bolus scenario engine
  •  ④ Stateful Alert Engine with Hysteresis — 4.39 episodes/day (vs 29.21 raw false alarms)
  •  ⑤ Model Self-Awareness &amp; OOD Guardrails — TwinState v6 exposes full empirical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Authoritative Empirical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  •  LOPO ROC-AUC: 0.970 ± 0.027  |  PR-AUC: 0.858 ± 0.099  (24 patients, patient-independent)
  •  LOPO Sensitivity: 0.958 ± 0.041  |  Specificity: 0.821 ± 0.088  |  F2: 0.754 ± 0.065
  •  TTT MAE: 32.55 min  |  Median AE: 17.60 min  |  Within 15 min: 46.0%  (11,471 pairs)
  •  Brier Score: 0.0690 (raw) → 0.0390 (calibrated)  |  ECE: 0.1006 → 0.0055
  •  Full-Cohort Ablation AUC: 0.9468  |  PR-AUC: 0.8132  |  Sensitivity: 0.8628
  •  Episode Detection: 300/300 (100%)  |  Mean Lead Time: 47.4 min
  •  Alert Episodes: 4.39/day  (vs naive 29.21 raw point-level alarms/day)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Streamlit Clinical Dashboard (app.py)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  •  Live Inference Mode: real-time risk scoring from production LightGBM + IsotonicCalibrator
  •  Patient Navigator: Sidebar dropdown for all 25 HUPA-UCM cohort patients
  •  Current State Panel: glucose, 15-min velocity, risk score, alert status, trend
  •  What-If Simulator: carb intervention sliders (0–80g), bolus, exercise, 30–180 min horizon
  •  SHAP Explanations: top risk drivers computed live per inference call
  •  OOD Confidence Panel: twin_confidence score + Mahalanobis distance visualization
  •  Demo Fallback Mode: verified static payload if model artifacts are absent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  •  Data Layer: HUPA-UCM CGM + Bolus + Meal + Activity data ingestion
  •  Processing Layer: Leakage-safe preprocessing → 50-feature engineering pipeline
  •  Twin Core: LightGBM + Isotonic Calibrator → Alert FSM → Patient Memory → OOD
  •  Simulation Layer: MetabolicSimulator v2 (Bergman 2-compartment ODE)
  •  API Layer: GlucoTwinAPI → TwinState v6 JSON (full snapshot, SHAP, What-If)
  •  Presentation Layer: Streamlit + Plotly live dashboard (app.py)
  •  Full architecture diagram: docs/submission/GlucoTwin_Architecture_Diagram.pdf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Limitations &amp; Ethical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  •  RESEARCH PROTOTYPE — NOT A MEDICAL DEVICE (not FDA/CE cleared)
  •  Observational cohort: 25 Spanish adults with T1D — generalizability unknown
  •  Sensor-specific: FreeStyle Libre 2 CGM; other devices may differ in factory calibration
  •  No Closed-Loop Control: open-loop decision support only — not integrated into AID systems
  •  What-If simulations are mathematical projections, NOT clinical prescriptions
  •  All predictions are statistical probabilities — never replace physician judgment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Team GlucoTwin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3C5FD"/>
                </a:solidFill>
              </a:rPr>
              <a:t>CRP Digital Twin Challenge 2026 · Happiest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Ronak Jain (ML/Backend)  ·  Aishni Rathore (Dashboard/Frontend)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</a:rPr>
              <a:t>Jaypee Institute of Information Technology, Noida-62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github.com/Ronak1167/glucotwin  |  CI: ✅ 38/38 tests passing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